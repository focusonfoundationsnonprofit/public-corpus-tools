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10058400" cx="7772400"/>
  <p:notesSz cx="6858000" cy="9144000"/>
  <p:embeddedFontLst>
    <p:embeddedFont>
      <p:font typeface="Poppi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2" Type="http://schemas.openxmlformats.org/officeDocument/2006/relationships/font" Target="fonts/Poppins-boldItalic.fntdata"/><Relationship Id="rId9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099468ac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099468a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5834423068_0_1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583442306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64900" y="1705100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Collection kits to take </a:t>
            </a:r>
            <a:endParaRPr b="1" sz="8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727038" y="251513"/>
            <a:ext cx="887375" cy="7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77800" y="5114125"/>
            <a:ext cx="66879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Char char="●"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pool up to 4 swabs per tube.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30550" y="4751075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533400" y="318750"/>
            <a:ext cx="77724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Biotechnologies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98500" y="1219975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Return your samples here</a:t>
            </a:r>
            <a:endParaRPr b="1" sz="8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798350" y="3254200"/>
            <a:ext cx="62331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Visit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floodlamp.bio/[site]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updated testing schedule and program information.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you missed the pickup, please 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[Admin Name at phone] 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bring your sample to [Address] right corner.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727038" y="632513"/>
            <a:ext cx="887375" cy="7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462700" y="671575"/>
            <a:ext cx="77724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Biotechnologies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791350" y="5582625"/>
            <a:ext cx="4339500" cy="18288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518992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 yet picked up</a:t>
            </a:r>
            <a:endParaRPr b="1" sz="4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1791350" y="7716225"/>
            <a:ext cx="4339500" cy="1828800"/>
          </a:xfrm>
          <a:prstGeom prst="rect">
            <a:avLst/>
          </a:prstGeom>
          <a:solidFill>
            <a:srgbClr val="FF0000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518992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Pick up complete</a:t>
            </a:r>
            <a:endParaRPr b="1" sz="4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 rot="10800000">
            <a:off x="-75" y="561200"/>
            <a:ext cx="728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/>
          <p:nvPr/>
        </p:nvCxnSpPr>
        <p:spPr>
          <a:xfrm rot="10800000">
            <a:off x="719400" y="-25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/>
          <p:nvPr/>
        </p:nvCxnSpPr>
        <p:spPr>
          <a:xfrm rot="10800000">
            <a:off x="7115150" y="561200"/>
            <a:ext cx="682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4"/>
          <p:cNvCxnSpPr/>
          <p:nvPr/>
        </p:nvCxnSpPr>
        <p:spPr>
          <a:xfrm rot="10800000">
            <a:off x="7120188" y="-25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4"/>
          <p:cNvCxnSpPr/>
          <p:nvPr/>
        </p:nvCxnSpPr>
        <p:spPr>
          <a:xfrm rot="10800000">
            <a:off x="-75" y="5133200"/>
            <a:ext cx="728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rot="10800000">
            <a:off x="719400" y="5133678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rot="10800000">
            <a:off x="7115150" y="5133200"/>
            <a:ext cx="682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rot="10800000">
            <a:off x="7120188" y="5133678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298500" y="1219975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Return your samples here</a:t>
            </a:r>
            <a:endParaRPr b="1" sz="8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798350" y="3254200"/>
            <a:ext cx="62331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Visit the FloodLAMP App - “Returning Your Samples” from the upper left menu for updated testing schedule and who to contact if you miss the pick up time.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727038" y="632513"/>
            <a:ext cx="887375" cy="74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462700" y="671575"/>
            <a:ext cx="77724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Biotechnologies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>
            <p:ph idx="1" type="subTitle"/>
          </p:nvPr>
        </p:nvSpPr>
        <p:spPr>
          <a:xfrm>
            <a:off x="1791350" y="5582625"/>
            <a:ext cx="4339500" cy="1828800"/>
          </a:xfrm>
          <a:prstGeom prst="rect">
            <a:avLst/>
          </a:prstGeom>
          <a:solidFill>
            <a:srgbClr val="6AA84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518992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 yet picked up</a:t>
            </a:r>
            <a:endParaRPr b="1" sz="4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1791350" y="7716225"/>
            <a:ext cx="4339500" cy="1828800"/>
          </a:xfrm>
          <a:prstGeom prst="rect">
            <a:avLst/>
          </a:prstGeom>
          <a:solidFill>
            <a:srgbClr val="FF0000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518992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Pick up complete</a:t>
            </a:r>
            <a:endParaRPr b="1" sz="4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 rot="10800000">
            <a:off x="-75" y="561200"/>
            <a:ext cx="728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5"/>
          <p:cNvCxnSpPr/>
          <p:nvPr/>
        </p:nvCxnSpPr>
        <p:spPr>
          <a:xfrm rot="10800000">
            <a:off x="719400" y="-25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5"/>
          <p:cNvCxnSpPr/>
          <p:nvPr/>
        </p:nvCxnSpPr>
        <p:spPr>
          <a:xfrm rot="10800000">
            <a:off x="7115150" y="561200"/>
            <a:ext cx="682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5"/>
          <p:cNvCxnSpPr/>
          <p:nvPr/>
        </p:nvCxnSpPr>
        <p:spPr>
          <a:xfrm rot="10800000">
            <a:off x="7120188" y="-25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5"/>
          <p:cNvCxnSpPr/>
          <p:nvPr/>
        </p:nvCxnSpPr>
        <p:spPr>
          <a:xfrm rot="10800000">
            <a:off x="-75" y="5133200"/>
            <a:ext cx="728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5"/>
          <p:cNvCxnSpPr/>
          <p:nvPr/>
        </p:nvCxnSpPr>
        <p:spPr>
          <a:xfrm rot="10800000">
            <a:off x="719400" y="5133678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5"/>
          <p:cNvCxnSpPr/>
          <p:nvPr/>
        </p:nvCxnSpPr>
        <p:spPr>
          <a:xfrm rot="10800000">
            <a:off x="7115150" y="5133200"/>
            <a:ext cx="682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5"/>
          <p:cNvCxnSpPr/>
          <p:nvPr/>
        </p:nvCxnSpPr>
        <p:spPr>
          <a:xfrm rot="10800000">
            <a:off x="7120188" y="5133678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