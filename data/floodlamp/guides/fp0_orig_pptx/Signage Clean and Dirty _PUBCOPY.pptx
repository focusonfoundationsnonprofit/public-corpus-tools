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7772400" cx="10058400"/>
  <p:notesSz cx="6858000" cy="9144000"/>
  <p:embeddedFontLst>
    <p:embeddedFont>
      <p:font typeface="Poppi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oppins-boldItalic.fntdata"/><Relationship Id="rId10" Type="http://schemas.openxmlformats.org/officeDocument/2006/relationships/font" Target="fonts/Poppins-italic.fntdata"/><Relationship Id="rId9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ed40ef79a0_0_5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ed40ef79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900" cy="31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9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900" cy="12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400" cy="61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1000" cy="55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900" cy="29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900" cy="19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367400" y="2393350"/>
            <a:ext cx="64899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CLEAN</a:t>
            </a:r>
            <a:endParaRPr b="1" sz="1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2419013" y="1246186"/>
            <a:ext cx="1186040" cy="99540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573352" y="4847100"/>
            <a:ext cx="68784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Wear lab coat and gloves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Keep surfaces clean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2625" y="1366475"/>
            <a:ext cx="4124400" cy="9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</a:t>
            </a:r>
            <a:endParaRPr b="1" sz="4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18150" y="580700"/>
            <a:ext cx="670200" cy="67005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8836750" y="580700"/>
            <a:ext cx="670200" cy="67005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18150" y="232800"/>
            <a:ext cx="8988900" cy="597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516882" y="6683300"/>
            <a:ext cx="8988900" cy="597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1367400" y="2393350"/>
            <a:ext cx="64899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DIRTY</a:t>
            </a:r>
            <a:endParaRPr b="1" sz="1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2419013" y="1246186"/>
            <a:ext cx="1186040" cy="99540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3112625" y="1366475"/>
            <a:ext cx="4124400" cy="9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</a:t>
            </a:r>
            <a:endParaRPr b="1" sz="4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518150" y="580700"/>
            <a:ext cx="670200" cy="67005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8836750" y="580700"/>
            <a:ext cx="670200" cy="67005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518150" y="232800"/>
            <a:ext cx="8988900" cy="5979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516882" y="6683300"/>
            <a:ext cx="8988900" cy="5979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